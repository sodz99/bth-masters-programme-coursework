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7" r:id="rId5"/>
    <p:sldId id="293" r:id="rId6"/>
    <p:sldId id="278" r:id="rId7"/>
    <p:sldId id="289" r:id="rId8"/>
    <p:sldId id="294" r:id="rId9"/>
    <p:sldId id="290" r:id="rId10"/>
    <p:sldId id="291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E2C04-A007-49E4-8E08-4633FE93F14C}" v="66" dt="2025-02-12T20:22:43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0655" autoAdjust="0"/>
  </p:normalViewPr>
  <p:slideViewPr>
    <p:cSldViewPr snapToGrid="0">
      <p:cViewPr varScale="1">
        <p:scale>
          <a:sx n="126" d="100"/>
          <a:sy n="126" d="100"/>
        </p:scale>
        <p:origin x="144" y="77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n Arun" userId="32dbc34a3c97686b" providerId="LiveId" clId="{1C2E2C04-A007-49E4-8E08-4633FE93F14C}"/>
    <pc:docChg chg="undo custSel addSld delSld modSld sldOrd">
      <pc:chgData name="Sohan Arun" userId="32dbc34a3c97686b" providerId="LiveId" clId="{1C2E2C04-A007-49E4-8E08-4633FE93F14C}" dt="2025-02-12T20:27:34.146" v="1764" actId="1076"/>
      <pc:docMkLst>
        <pc:docMk/>
      </pc:docMkLst>
      <pc:sldChg chg="addSp delSp modSp del mod">
        <pc:chgData name="Sohan Arun" userId="32dbc34a3c97686b" providerId="LiveId" clId="{1C2E2C04-A007-49E4-8E08-4633FE93F14C}" dt="2025-02-10T13:00:09.706" v="537" actId="2696"/>
        <pc:sldMkLst>
          <pc:docMk/>
          <pc:sldMk cId="2586058810" sldId="256"/>
        </pc:sldMkLst>
      </pc:sldChg>
      <pc:sldChg chg="del">
        <pc:chgData name="Sohan Arun" userId="32dbc34a3c97686b" providerId="LiveId" clId="{1C2E2C04-A007-49E4-8E08-4633FE93F14C}" dt="2025-02-10T11:06:37.135" v="6" actId="2696"/>
        <pc:sldMkLst>
          <pc:docMk/>
          <pc:sldMk cId="1713219598" sldId="257"/>
        </pc:sldMkLst>
      </pc:sldChg>
      <pc:sldChg chg="del">
        <pc:chgData name="Sohan Arun" userId="32dbc34a3c97686b" providerId="LiveId" clId="{1C2E2C04-A007-49E4-8E08-4633FE93F14C}" dt="2025-02-10T12:32:16.045" v="109" actId="47"/>
        <pc:sldMkLst>
          <pc:docMk/>
          <pc:sldMk cId="3571516367" sldId="258"/>
        </pc:sldMkLst>
      </pc:sldChg>
      <pc:sldChg chg="del">
        <pc:chgData name="Sohan Arun" userId="32dbc34a3c97686b" providerId="LiveId" clId="{1C2E2C04-A007-49E4-8E08-4633FE93F14C}" dt="2025-02-10T16:31:20.549" v="625" actId="47"/>
        <pc:sldMkLst>
          <pc:docMk/>
          <pc:sldMk cId="1742861620" sldId="266"/>
        </pc:sldMkLst>
      </pc:sldChg>
      <pc:sldChg chg="del">
        <pc:chgData name="Sohan Arun" userId="32dbc34a3c97686b" providerId="LiveId" clId="{1C2E2C04-A007-49E4-8E08-4633FE93F14C}" dt="2025-02-10T16:31:29.670" v="628" actId="47"/>
        <pc:sldMkLst>
          <pc:docMk/>
          <pc:sldMk cId="1969787568" sldId="271"/>
        </pc:sldMkLst>
      </pc:sldChg>
      <pc:sldChg chg="addSp modSp mod">
        <pc:chgData name="Sohan Arun" userId="32dbc34a3c97686b" providerId="LiveId" clId="{1C2E2C04-A007-49E4-8E08-4633FE93F14C}" dt="2025-02-12T19:32:31.247" v="1391" actId="12"/>
        <pc:sldMkLst>
          <pc:docMk/>
          <pc:sldMk cId="608796113" sldId="278"/>
        </pc:sldMkLst>
        <pc:spChg chg="mod">
          <ac:chgData name="Sohan Arun" userId="32dbc34a3c97686b" providerId="LiveId" clId="{1C2E2C04-A007-49E4-8E08-4633FE93F14C}" dt="2025-02-10T12:56:57.371" v="232" actId="255"/>
          <ac:spMkLst>
            <pc:docMk/>
            <pc:sldMk cId="608796113" sldId="278"/>
            <ac:spMk id="2" creationId="{9528DBD1-DB29-D44F-FD5A-3071BB37EF37}"/>
          </ac:spMkLst>
        </pc:spChg>
        <pc:spChg chg="add mod">
          <ac:chgData name="Sohan Arun" userId="32dbc34a3c97686b" providerId="LiveId" clId="{1C2E2C04-A007-49E4-8E08-4633FE93F14C}" dt="2025-02-12T19:32:31.247" v="1391" actId="12"/>
          <ac:spMkLst>
            <pc:docMk/>
            <pc:sldMk cId="608796113" sldId="278"/>
            <ac:spMk id="4" creationId="{5849EE23-A8AE-B99A-FDFB-1DF69D624E9B}"/>
          </ac:spMkLst>
        </pc:spChg>
      </pc:sldChg>
      <pc:sldChg chg="del">
        <pc:chgData name="Sohan Arun" userId="32dbc34a3c97686b" providerId="LiveId" clId="{1C2E2C04-A007-49E4-8E08-4633FE93F14C}" dt="2025-02-10T12:32:12.548" v="108" actId="47"/>
        <pc:sldMkLst>
          <pc:docMk/>
          <pc:sldMk cId="2241459136" sldId="279"/>
        </pc:sldMkLst>
      </pc:sldChg>
      <pc:sldChg chg="del">
        <pc:chgData name="Sohan Arun" userId="32dbc34a3c97686b" providerId="LiveId" clId="{1C2E2C04-A007-49E4-8E08-4633FE93F14C}" dt="2025-02-10T16:31:16.086" v="623" actId="2696"/>
        <pc:sldMkLst>
          <pc:docMk/>
          <pc:sldMk cId="334696707" sldId="280"/>
        </pc:sldMkLst>
      </pc:sldChg>
      <pc:sldChg chg="addSp delSp modSp del ord">
        <pc:chgData name="Sohan Arun" userId="32dbc34a3c97686b" providerId="LiveId" clId="{1C2E2C04-A007-49E4-8E08-4633FE93F14C}" dt="2025-02-10T12:25:37.396" v="58" actId="2696"/>
        <pc:sldMkLst>
          <pc:docMk/>
          <pc:sldMk cId="103458723" sldId="281"/>
        </pc:sldMkLst>
      </pc:sldChg>
      <pc:sldChg chg="del">
        <pc:chgData name="Sohan Arun" userId="32dbc34a3c97686b" providerId="LiveId" clId="{1C2E2C04-A007-49E4-8E08-4633FE93F14C}" dt="2025-02-10T16:31:17.934" v="624" actId="47"/>
        <pc:sldMkLst>
          <pc:docMk/>
          <pc:sldMk cId="636929804" sldId="282"/>
        </pc:sldMkLst>
      </pc:sldChg>
      <pc:sldChg chg="del">
        <pc:chgData name="Sohan Arun" userId="32dbc34a3c97686b" providerId="LiveId" clId="{1C2E2C04-A007-49E4-8E08-4633FE93F14C}" dt="2025-02-10T16:31:27.504" v="626" actId="47"/>
        <pc:sldMkLst>
          <pc:docMk/>
          <pc:sldMk cId="1658164610" sldId="283"/>
        </pc:sldMkLst>
      </pc:sldChg>
      <pc:sldChg chg="delSp modSp del mod ord">
        <pc:chgData name="Sohan Arun" userId="32dbc34a3c97686b" providerId="LiveId" clId="{1C2E2C04-A007-49E4-8E08-4633FE93F14C}" dt="2025-02-12T19:32:52.233" v="1392" actId="2696"/>
        <pc:sldMkLst>
          <pc:docMk/>
          <pc:sldMk cId="2403577982" sldId="284"/>
        </pc:sldMkLst>
      </pc:sldChg>
      <pc:sldChg chg="del">
        <pc:chgData name="Sohan Arun" userId="32dbc34a3c97686b" providerId="LiveId" clId="{1C2E2C04-A007-49E4-8E08-4633FE93F14C}" dt="2025-02-10T16:31:28.325" v="627" actId="47"/>
        <pc:sldMkLst>
          <pc:docMk/>
          <pc:sldMk cId="2791821786" sldId="285"/>
        </pc:sldMkLst>
      </pc:sldChg>
      <pc:sldChg chg="addSp delSp modSp new add del mod">
        <pc:chgData name="Sohan Arun" userId="32dbc34a3c97686b" providerId="LiveId" clId="{1C2E2C04-A007-49E4-8E08-4633FE93F14C}" dt="2025-02-11T12:31:30.852" v="1224" actId="2696"/>
        <pc:sldMkLst>
          <pc:docMk/>
          <pc:sldMk cId="4116150113" sldId="286"/>
        </pc:sldMkLst>
      </pc:sldChg>
      <pc:sldChg chg="addSp delSp modSp new mod ord modNotesTx">
        <pc:chgData name="Sohan Arun" userId="32dbc34a3c97686b" providerId="LiveId" clId="{1C2E2C04-A007-49E4-8E08-4633FE93F14C}" dt="2025-02-12T20:02:20.745" v="1478" actId="20577"/>
        <pc:sldMkLst>
          <pc:docMk/>
          <pc:sldMk cId="1106097545" sldId="287"/>
        </pc:sldMkLst>
        <pc:spChg chg="mod">
          <ac:chgData name="Sohan Arun" userId="32dbc34a3c97686b" providerId="LiveId" clId="{1C2E2C04-A007-49E4-8E08-4633FE93F14C}" dt="2025-02-12T20:02:13.271" v="1475" actId="1076"/>
          <ac:spMkLst>
            <pc:docMk/>
            <pc:sldMk cId="1106097545" sldId="287"/>
            <ac:spMk id="2" creationId="{83E3E4E4-129C-CFF5-5E89-455F8229C3FC}"/>
          </ac:spMkLst>
        </pc:spChg>
        <pc:spChg chg="add mod">
          <ac:chgData name="Sohan Arun" userId="32dbc34a3c97686b" providerId="LiveId" clId="{1C2E2C04-A007-49E4-8E08-4633FE93F14C}" dt="2025-02-12T20:02:20.745" v="1478" actId="20577"/>
          <ac:spMkLst>
            <pc:docMk/>
            <pc:sldMk cId="1106097545" sldId="287"/>
            <ac:spMk id="4" creationId="{F5FF5A62-EEAD-26BD-3115-D0C43D165698}"/>
          </ac:spMkLst>
        </pc:spChg>
      </pc:sldChg>
      <pc:sldChg chg="addSp delSp modSp new del mod">
        <pc:chgData name="Sohan Arun" userId="32dbc34a3c97686b" providerId="LiveId" clId="{1C2E2C04-A007-49E4-8E08-4633FE93F14C}" dt="2025-02-12T19:33:04.936" v="1393" actId="2696"/>
        <pc:sldMkLst>
          <pc:docMk/>
          <pc:sldMk cId="3371890894" sldId="288"/>
        </pc:sldMkLst>
      </pc:sldChg>
      <pc:sldChg chg="addSp delSp modSp new mod">
        <pc:chgData name="Sohan Arun" userId="32dbc34a3c97686b" providerId="LiveId" clId="{1C2E2C04-A007-49E4-8E08-4633FE93F14C}" dt="2025-02-12T20:03:25.407" v="1481" actId="20577"/>
        <pc:sldMkLst>
          <pc:docMk/>
          <pc:sldMk cId="2351887993" sldId="289"/>
        </pc:sldMkLst>
        <pc:spChg chg="mod">
          <ac:chgData name="Sohan Arun" userId="32dbc34a3c97686b" providerId="LiveId" clId="{1C2E2C04-A007-49E4-8E08-4633FE93F14C}" dt="2025-02-10T16:31:58.290" v="635" actId="1076"/>
          <ac:spMkLst>
            <pc:docMk/>
            <pc:sldMk cId="2351887993" sldId="289"/>
            <ac:spMk id="2" creationId="{ED755C8C-4B0E-3E16-4F48-FD74D3355B7B}"/>
          </ac:spMkLst>
        </pc:spChg>
        <pc:spChg chg="mod">
          <ac:chgData name="Sohan Arun" userId="32dbc34a3c97686b" providerId="LiveId" clId="{1C2E2C04-A007-49E4-8E08-4633FE93F14C}" dt="2025-02-12T19:49:49.646" v="1415" actId="21"/>
          <ac:spMkLst>
            <pc:docMk/>
            <pc:sldMk cId="2351887993" sldId="289"/>
            <ac:spMk id="4" creationId="{492A1685-7D8B-C1F7-7A71-0B0AFA6D2094}"/>
          </ac:spMkLst>
        </pc:spChg>
        <pc:spChg chg="add del mod">
          <ac:chgData name="Sohan Arun" userId="32dbc34a3c97686b" providerId="LiveId" clId="{1C2E2C04-A007-49E4-8E08-4633FE93F14C}" dt="2025-02-10T17:11:02.805" v="1049"/>
          <ac:spMkLst>
            <pc:docMk/>
            <pc:sldMk cId="2351887993" sldId="289"/>
            <ac:spMk id="9" creationId="{5CFC203F-8529-508E-2C5A-A4DAD40EF2BC}"/>
          </ac:spMkLst>
        </pc:spChg>
        <pc:spChg chg="add mod">
          <ac:chgData name="Sohan Arun" userId="32dbc34a3c97686b" providerId="LiveId" clId="{1C2E2C04-A007-49E4-8E08-4633FE93F14C}" dt="2025-02-12T20:03:25.407" v="1481" actId="20577"/>
          <ac:spMkLst>
            <pc:docMk/>
            <pc:sldMk cId="2351887993" sldId="289"/>
            <ac:spMk id="10" creationId="{D61ADAFA-0C98-1339-6C47-339DCABF66A8}"/>
          </ac:spMkLst>
        </pc:spChg>
        <pc:picChg chg="add del mod">
          <ac:chgData name="Sohan Arun" userId="32dbc34a3c97686b" providerId="LiveId" clId="{1C2E2C04-A007-49E4-8E08-4633FE93F14C}" dt="2025-02-12T19:50:31.538" v="1425" actId="478"/>
          <ac:picMkLst>
            <pc:docMk/>
            <pc:sldMk cId="2351887993" sldId="289"/>
            <ac:picMk id="5" creationId="{CF9DBD88-319E-A8B6-98E2-06BF4E168758}"/>
          </ac:picMkLst>
        </pc:picChg>
      </pc:sldChg>
      <pc:sldChg chg="addSp delSp modSp new mod">
        <pc:chgData name="Sohan Arun" userId="32dbc34a3c97686b" providerId="LiveId" clId="{1C2E2C04-A007-49E4-8E08-4633FE93F14C}" dt="2025-02-12T20:24:28.205" v="1752" actId="20577"/>
        <pc:sldMkLst>
          <pc:docMk/>
          <pc:sldMk cId="773400134" sldId="290"/>
        </pc:sldMkLst>
        <pc:spChg chg="mod">
          <ac:chgData name="Sohan Arun" userId="32dbc34a3c97686b" providerId="LiveId" clId="{1C2E2C04-A007-49E4-8E08-4633FE93F14C}" dt="2025-02-12T20:13:13.028" v="1484" actId="20577"/>
          <ac:spMkLst>
            <pc:docMk/>
            <pc:sldMk cId="773400134" sldId="290"/>
            <ac:spMk id="2" creationId="{0E3CD36A-8AE1-B34A-A514-B1C3AF1A5465}"/>
          </ac:spMkLst>
        </pc:spChg>
        <pc:spChg chg="add mod">
          <ac:chgData name="Sohan Arun" userId="32dbc34a3c97686b" providerId="LiveId" clId="{1C2E2C04-A007-49E4-8E08-4633FE93F14C}" dt="2025-02-12T20:24:28.205" v="1752" actId="20577"/>
          <ac:spMkLst>
            <pc:docMk/>
            <pc:sldMk cId="773400134" sldId="290"/>
            <ac:spMk id="3" creationId="{4C986F23-422A-9A34-9309-3A98E4DD38B0}"/>
          </ac:spMkLst>
        </pc:spChg>
        <pc:spChg chg="add del mod">
          <ac:chgData name="Sohan Arun" userId="32dbc34a3c97686b" providerId="LiveId" clId="{1C2E2C04-A007-49E4-8E08-4633FE93F14C}" dt="2025-02-12T20:22:37.793" v="1694" actId="478"/>
          <ac:spMkLst>
            <pc:docMk/>
            <pc:sldMk cId="773400134" sldId="290"/>
            <ac:spMk id="8" creationId="{FB82DE28-7037-1230-BE5B-02B2E1E5AAA5}"/>
          </ac:spMkLst>
        </pc:spChg>
        <pc:spChg chg="add del mod">
          <ac:chgData name="Sohan Arun" userId="32dbc34a3c97686b" providerId="LiveId" clId="{1C2E2C04-A007-49E4-8E08-4633FE93F14C}" dt="2025-02-12T20:22:34.494" v="1693" actId="478"/>
          <ac:spMkLst>
            <pc:docMk/>
            <pc:sldMk cId="773400134" sldId="290"/>
            <ac:spMk id="16" creationId="{9C516D31-15C8-1A7D-AF89-526EF3E8331F}"/>
          </ac:spMkLst>
        </pc:spChg>
      </pc:sldChg>
      <pc:sldChg chg="addSp delSp modSp new mod">
        <pc:chgData name="Sohan Arun" userId="32dbc34a3c97686b" providerId="LiveId" clId="{1C2E2C04-A007-49E4-8E08-4633FE93F14C}" dt="2025-02-12T20:26:13.198" v="1761" actId="1076"/>
        <pc:sldMkLst>
          <pc:docMk/>
          <pc:sldMk cId="51257086" sldId="291"/>
        </pc:sldMkLst>
        <pc:spChg chg="mod">
          <ac:chgData name="Sohan Arun" userId="32dbc34a3c97686b" providerId="LiveId" clId="{1C2E2C04-A007-49E4-8E08-4633FE93F14C}" dt="2025-02-10T17:15:40.402" v="1098" actId="1076"/>
          <ac:spMkLst>
            <pc:docMk/>
            <pc:sldMk cId="51257086" sldId="291"/>
            <ac:spMk id="2" creationId="{600115BB-ACCF-4249-D9B3-799CA917632A}"/>
          </ac:spMkLst>
        </pc:spChg>
        <pc:spChg chg="add del mod">
          <ac:chgData name="Sohan Arun" userId="32dbc34a3c97686b" providerId="LiveId" clId="{1C2E2C04-A007-49E4-8E08-4633FE93F14C}" dt="2025-02-11T12:37:17.655" v="1229"/>
          <ac:spMkLst>
            <pc:docMk/>
            <pc:sldMk cId="51257086" sldId="291"/>
            <ac:spMk id="3" creationId="{489F0DA8-CA09-A7A3-898A-9FC65DD3944C}"/>
          </ac:spMkLst>
        </pc:spChg>
        <pc:spChg chg="mod">
          <ac:chgData name="Sohan Arun" userId="32dbc34a3c97686b" providerId="LiveId" clId="{1C2E2C04-A007-49E4-8E08-4633FE93F14C}" dt="2025-02-12T20:26:13.198" v="1761" actId="1076"/>
          <ac:spMkLst>
            <pc:docMk/>
            <pc:sldMk cId="51257086" sldId="291"/>
            <ac:spMk id="4" creationId="{69D99D7A-9EA5-1567-F166-D06CB64A6A35}"/>
          </ac:spMkLst>
        </pc:spChg>
        <pc:spChg chg="add del mod">
          <ac:chgData name="Sohan Arun" userId="32dbc34a3c97686b" providerId="LiveId" clId="{1C2E2C04-A007-49E4-8E08-4633FE93F14C}" dt="2025-02-12T20:26:09.077" v="1758" actId="478"/>
          <ac:spMkLst>
            <pc:docMk/>
            <pc:sldMk cId="51257086" sldId="291"/>
            <ac:spMk id="5" creationId="{7BF86343-F6E3-57E8-0E20-A72FD40353BE}"/>
          </ac:spMkLst>
        </pc:spChg>
        <pc:spChg chg="add del mod">
          <ac:chgData name="Sohan Arun" userId="32dbc34a3c97686b" providerId="LiveId" clId="{1C2E2C04-A007-49E4-8E08-4633FE93F14C}" dt="2025-02-12T20:26:09.077" v="1760"/>
          <ac:spMkLst>
            <pc:docMk/>
            <pc:sldMk cId="51257086" sldId="291"/>
            <ac:spMk id="8" creationId="{1641EC6D-180F-1B56-4206-D06D0BE5039C}"/>
          </ac:spMkLst>
        </pc:spChg>
      </pc:sldChg>
      <pc:sldChg chg="delSp modSp new mod">
        <pc:chgData name="Sohan Arun" userId="32dbc34a3c97686b" providerId="LiveId" clId="{1C2E2C04-A007-49E4-8E08-4633FE93F14C}" dt="2025-02-12T20:27:34.146" v="1764" actId="1076"/>
        <pc:sldMkLst>
          <pc:docMk/>
          <pc:sldMk cId="2260091632" sldId="292"/>
        </pc:sldMkLst>
        <pc:spChg chg="mod">
          <ac:chgData name="Sohan Arun" userId="32dbc34a3c97686b" providerId="LiveId" clId="{1C2E2C04-A007-49E4-8E08-4633FE93F14C}" dt="2025-02-12T20:27:34.146" v="1764" actId="1076"/>
          <ac:spMkLst>
            <pc:docMk/>
            <pc:sldMk cId="2260091632" sldId="292"/>
            <ac:spMk id="2" creationId="{6C2B588F-4B2A-4E0A-631D-302FACBBC997}"/>
          </ac:spMkLst>
        </pc:spChg>
        <pc:spChg chg="del">
          <ac:chgData name="Sohan Arun" userId="32dbc34a3c97686b" providerId="LiveId" clId="{1C2E2C04-A007-49E4-8E08-4633FE93F14C}" dt="2025-02-11T12:11:49.642" v="1215" actId="478"/>
          <ac:spMkLst>
            <pc:docMk/>
            <pc:sldMk cId="2260091632" sldId="292"/>
            <ac:spMk id="3" creationId="{3D3F6028-37B6-F30A-8593-8048715D46CB}"/>
          </ac:spMkLst>
        </pc:spChg>
        <pc:spChg chg="del">
          <ac:chgData name="Sohan Arun" userId="32dbc34a3c97686b" providerId="LiveId" clId="{1C2E2C04-A007-49E4-8E08-4633FE93F14C}" dt="2025-02-11T12:11:51.503" v="1216" actId="478"/>
          <ac:spMkLst>
            <pc:docMk/>
            <pc:sldMk cId="2260091632" sldId="292"/>
            <ac:spMk id="4" creationId="{5C407351-59A8-19AF-2DDC-FCF72E9C4216}"/>
          </ac:spMkLst>
        </pc:spChg>
        <pc:spChg chg="del">
          <ac:chgData name="Sohan Arun" userId="32dbc34a3c97686b" providerId="LiveId" clId="{1C2E2C04-A007-49E4-8E08-4633FE93F14C}" dt="2025-02-11T12:11:54.542" v="1217" actId="478"/>
          <ac:spMkLst>
            <pc:docMk/>
            <pc:sldMk cId="2260091632" sldId="292"/>
            <ac:spMk id="5" creationId="{472A666E-C6DC-E3D4-785C-5BF016F1D456}"/>
          </ac:spMkLst>
        </pc:spChg>
        <pc:spChg chg="del">
          <ac:chgData name="Sohan Arun" userId="32dbc34a3c97686b" providerId="LiveId" clId="{1C2E2C04-A007-49E4-8E08-4633FE93F14C}" dt="2025-02-11T12:11:58.610" v="1218" actId="478"/>
          <ac:spMkLst>
            <pc:docMk/>
            <pc:sldMk cId="2260091632" sldId="292"/>
            <ac:spMk id="6" creationId="{DCA14CA5-4787-45DE-CF97-2C6C0FE06ED2}"/>
          </ac:spMkLst>
        </pc:spChg>
      </pc:sldChg>
      <pc:sldChg chg="addSp modSp new mod ord">
        <pc:chgData name="Sohan Arun" userId="32dbc34a3c97686b" providerId="LiveId" clId="{1C2E2C04-A007-49E4-8E08-4633FE93F14C}" dt="2025-02-12T19:29:52.316" v="1363" actId="1076"/>
        <pc:sldMkLst>
          <pc:docMk/>
          <pc:sldMk cId="1414586741" sldId="293"/>
        </pc:sldMkLst>
        <pc:spChg chg="mod">
          <ac:chgData name="Sohan Arun" userId="32dbc34a3c97686b" providerId="LiveId" clId="{1C2E2C04-A007-49E4-8E08-4633FE93F14C}" dt="2025-02-12T19:25:59.199" v="1320" actId="1076"/>
          <ac:spMkLst>
            <pc:docMk/>
            <pc:sldMk cId="1414586741" sldId="293"/>
            <ac:spMk id="2" creationId="{241C659B-51A0-8F63-83A9-896024350CA0}"/>
          </ac:spMkLst>
        </pc:spChg>
        <pc:spChg chg="add mod">
          <ac:chgData name="Sohan Arun" userId="32dbc34a3c97686b" providerId="LiveId" clId="{1C2E2C04-A007-49E4-8E08-4633FE93F14C}" dt="2025-02-12T19:29:52.316" v="1363" actId="1076"/>
          <ac:spMkLst>
            <pc:docMk/>
            <pc:sldMk cId="1414586741" sldId="293"/>
            <ac:spMk id="3" creationId="{7C57EBF2-0780-9A16-E67D-CB28258F8732}"/>
          </ac:spMkLst>
        </pc:spChg>
      </pc:sldChg>
      <pc:sldChg chg="addSp delSp modSp add mod">
        <pc:chgData name="Sohan Arun" userId="32dbc34a3c97686b" providerId="LiveId" clId="{1C2E2C04-A007-49E4-8E08-4633FE93F14C}" dt="2025-02-12T19:59:07.659" v="1474" actId="1076"/>
        <pc:sldMkLst>
          <pc:docMk/>
          <pc:sldMk cId="941982779" sldId="294"/>
        </pc:sldMkLst>
        <pc:spChg chg="del mod">
          <ac:chgData name="Sohan Arun" userId="32dbc34a3c97686b" providerId="LiveId" clId="{1C2E2C04-A007-49E4-8E08-4633FE93F14C}" dt="2025-02-12T19:51:42.478" v="1430"/>
          <ac:spMkLst>
            <pc:docMk/>
            <pc:sldMk cId="941982779" sldId="294"/>
            <ac:spMk id="10" creationId="{134A7B12-6ADF-9AD1-DC17-D3F4A2973B31}"/>
          </ac:spMkLst>
        </pc:spChg>
        <pc:spChg chg="add mod">
          <ac:chgData name="Sohan Arun" userId="32dbc34a3c97686b" providerId="LiveId" clId="{1C2E2C04-A007-49E4-8E08-4633FE93F14C}" dt="2025-02-12T19:58:14.447" v="1462"/>
          <ac:spMkLst>
            <pc:docMk/>
            <pc:sldMk cId="941982779" sldId="294"/>
            <ac:spMk id="42" creationId="{3DBB349E-E4A4-BF12-D02A-230534178DF2}"/>
          </ac:spMkLst>
        </pc:spChg>
        <pc:spChg chg="add mod">
          <ac:chgData name="Sohan Arun" userId="32dbc34a3c97686b" providerId="LiveId" clId="{1C2E2C04-A007-49E4-8E08-4633FE93F14C}" dt="2025-02-12T19:58:14.447" v="1462"/>
          <ac:spMkLst>
            <pc:docMk/>
            <pc:sldMk cId="941982779" sldId="294"/>
            <ac:spMk id="43" creationId="{5D423FAC-0222-9EEC-87C8-E13885DC5140}"/>
          </ac:spMkLst>
        </pc:spChg>
        <pc:spChg chg="add mod">
          <ac:chgData name="Sohan Arun" userId="32dbc34a3c97686b" providerId="LiveId" clId="{1C2E2C04-A007-49E4-8E08-4633FE93F14C}" dt="2025-02-12T19:58:14.447" v="1462"/>
          <ac:spMkLst>
            <pc:docMk/>
            <pc:sldMk cId="941982779" sldId="294"/>
            <ac:spMk id="44" creationId="{AC7FE56A-247E-B965-AB24-FAE4664791AF}"/>
          </ac:spMkLst>
        </pc:spChg>
        <pc:spChg chg="add mod">
          <ac:chgData name="Sohan Arun" userId="32dbc34a3c97686b" providerId="LiveId" clId="{1C2E2C04-A007-49E4-8E08-4633FE93F14C}" dt="2025-02-12T19:58:14.447" v="1462"/>
          <ac:spMkLst>
            <pc:docMk/>
            <pc:sldMk cId="941982779" sldId="294"/>
            <ac:spMk id="45" creationId="{BAC75C2C-49C9-F667-CE21-6E6E833B704F}"/>
          </ac:spMkLst>
        </pc:spChg>
        <pc:graphicFrameChg chg="add mod modGraphic">
          <ac:chgData name="Sohan Arun" userId="32dbc34a3c97686b" providerId="LiveId" clId="{1C2E2C04-A007-49E4-8E08-4633FE93F14C}" dt="2025-02-12T19:59:03.116" v="1473" actId="14100"/>
          <ac:graphicFrameMkLst>
            <pc:docMk/>
            <pc:sldMk cId="941982779" sldId="294"/>
            <ac:graphicFrameMk id="3" creationId="{FD2CCD2F-DC07-6104-528C-408E5954176A}"/>
          </ac:graphicFrameMkLst>
        </pc:graphicFrameChg>
        <pc:graphicFrameChg chg="add mod">
          <ac:chgData name="Sohan Arun" userId="32dbc34a3c97686b" providerId="LiveId" clId="{1C2E2C04-A007-49E4-8E08-4633FE93F14C}" dt="2025-02-12T19:52:57.793" v="1432"/>
          <ac:graphicFrameMkLst>
            <pc:docMk/>
            <pc:sldMk cId="941982779" sldId="294"/>
            <ac:graphicFrameMk id="5" creationId="{B845C9D2-70B2-1247-3E19-29C38F2E13D1}"/>
          </ac:graphicFrameMkLst>
        </pc:graphicFrameChg>
        <pc:graphicFrameChg chg="add mod">
          <ac:chgData name="Sohan Arun" userId="32dbc34a3c97686b" providerId="LiveId" clId="{1C2E2C04-A007-49E4-8E08-4633FE93F14C}" dt="2025-02-12T19:52:57.793" v="1432"/>
          <ac:graphicFrameMkLst>
            <pc:docMk/>
            <pc:sldMk cId="941982779" sldId="294"/>
            <ac:graphicFrameMk id="6" creationId="{F233B31F-16C9-B826-5248-C20CA4DF0F23}"/>
          </ac:graphicFrameMkLst>
        </pc:graphicFrameChg>
        <pc:graphicFrameChg chg="add mod">
          <ac:chgData name="Sohan Arun" userId="32dbc34a3c97686b" providerId="LiveId" clId="{1C2E2C04-A007-49E4-8E08-4633FE93F14C}" dt="2025-02-12T19:52:57.793" v="1432"/>
          <ac:graphicFrameMkLst>
            <pc:docMk/>
            <pc:sldMk cId="941982779" sldId="294"/>
            <ac:graphicFrameMk id="8" creationId="{282CA7EA-5C1A-64EE-65A7-BBC862138CB5}"/>
          </ac:graphicFrameMkLst>
        </pc:graphicFrameChg>
        <pc:graphicFrameChg chg="add mod">
          <ac:chgData name="Sohan Arun" userId="32dbc34a3c97686b" providerId="LiveId" clId="{1C2E2C04-A007-49E4-8E08-4633FE93F14C}" dt="2025-02-12T19:52:57.793" v="1432"/>
          <ac:graphicFrameMkLst>
            <pc:docMk/>
            <pc:sldMk cId="941982779" sldId="294"/>
            <ac:graphicFrameMk id="11" creationId="{36D70A35-2FC7-AA02-574A-92EA2A695EC7}"/>
          </ac:graphicFrameMkLst>
        </pc:graphicFrameChg>
        <pc:graphicFrameChg chg="add mod">
          <ac:chgData name="Sohan Arun" userId="32dbc34a3c97686b" providerId="LiveId" clId="{1C2E2C04-A007-49E4-8E08-4633FE93F14C}" dt="2025-02-12T19:53:01.613" v="1434" actId="1076"/>
          <ac:graphicFrameMkLst>
            <pc:docMk/>
            <pc:sldMk cId="941982779" sldId="294"/>
            <ac:graphicFrameMk id="12" creationId="{12C41328-AA8B-1B87-2D4E-4DBF98476FDD}"/>
          </ac:graphicFrameMkLst>
        </pc:graphicFrameChg>
        <pc:graphicFrameChg chg="add mod">
          <ac:chgData name="Sohan Arun" userId="32dbc34a3c97686b" providerId="LiveId" clId="{1C2E2C04-A007-49E4-8E08-4633FE93F14C}" dt="2025-02-12T19:54:37.790" v="1435"/>
          <ac:graphicFrameMkLst>
            <pc:docMk/>
            <pc:sldMk cId="941982779" sldId="294"/>
            <ac:graphicFrameMk id="13" creationId="{0402FE59-3784-B45C-4597-C5B03E41B014}"/>
          </ac:graphicFrameMkLst>
        </pc:graphicFrameChg>
        <pc:graphicFrameChg chg="add mod modGraphic">
          <ac:chgData name="Sohan Arun" userId="32dbc34a3c97686b" providerId="LiveId" clId="{1C2E2C04-A007-49E4-8E08-4633FE93F14C}" dt="2025-02-12T19:59:07.659" v="1474" actId="1076"/>
          <ac:graphicFrameMkLst>
            <pc:docMk/>
            <pc:sldMk cId="941982779" sldId="294"/>
            <ac:graphicFrameMk id="14" creationId="{3095277E-5AC0-D02A-A00E-46B6109B65EA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16" creationId="{0FB4C656-8613-EFAF-F7A9-AEBE9B9C3A8E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18" creationId="{414DF3ED-A8A2-854A-C396-087C77D62732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19" creationId="{A357F198-FF2F-3AEB-EE25-48E9757B8FB0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20" creationId="{505589A3-B19C-68C5-6DD4-F85509B58B30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21" creationId="{41C8F41E-8FEA-E920-B150-3DED0F68F68D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22" creationId="{C76DB302-FC47-6B0F-BF56-BB98596239B8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23" creationId="{8D0459E2-8D91-376B-4846-70F8B8F94BA5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24" creationId="{A6EA8235-1E7F-031D-D762-E2EB025E51A7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25" creationId="{E7A86AC8-5136-3587-AD2C-7F4B78CED9C5}"/>
          </ac:graphicFrameMkLst>
        </pc:graphicFrameChg>
        <pc:graphicFrameChg chg="add mod">
          <ac:chgData name="Sohan Arun" userId="32dbc34a3c97686b" providerId="LiveId" clId="{1C2E2C04-A007-49E4-8E08-4633FE93F14C}" dt="2025-02-12T19:56:29.431" v="1448"/>
          <ac:graphicFrameMkLst>
            <pc:docMk/>
            <pc:sldMk cId="941982779" sldId="294"/>
            <ac:graphicFrameMk id="27" creationId="{7E9D68B7-53B3-2E76-4A48-398CC3464625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28" creationId="{58B2BA32-E831-F80F-97E5-7BCB6B9A821C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0" creationId="{85150CBD-ED22-173F-00CC-CCE54406AE9A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1" creationId="{8CFF144D-D692-C2A4-8E5E-A44D9B3B1D16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3" creationId="{C6D012AD-9722-93C9-030F-FC8EFFD69030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4" creationId="{D877A02F-5136-F2EE-2B3E-B40629664673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5" creationId="{227EE9D7-2141-2F22-05CC-E62F6F5B4C61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6" creationId="{45DF0284-BAD6-0572-512D-48BA3C1E1573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7" creationId="{84FF7D89-1CB2-B366-6E52-1C3814E84F1C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8" creationId="{7865C602-74F4-530F-AF13-B0DC9BFAFF19}"/>
          </ac:graphicFrameMkLst>
        </pc:graphicFrameChg>
        <pc:graphicFrameChg chg="add mod">
          <ac:chgData name="Sohan Arun" userId="32dbc34a3c97686b" providerId="LiveId" clId="{1C2E2C04-A007-49E4-8E08-4633FE93F14C}" dt="2025-02-12T19:57:41.312" v="1449"/>
          <ac:graphicFrameMkLst>
            <pc:docMk/>
            <pc:sldMk cId="941982779" sldId="294"/>
            <ac:graphicFrameMk id="39" creationId="{B9A9D52E-56D4-07EB-6C28-78FF5C1172E4}"/>
          </ac:graphicFrameMkLst>
        </pc:graphicFrameChg>
        <pc:graphicFrameChg chg="mod modGraphic">
          <ac:chgData name="Sohan Arun" userId="32dbc34a3c97686b" providerId="LiveId" clId="{1C2E2C04-A007-49E4-8E08-4633FE93F14C}" dt="2025-02-12T19:57:58.083" v="1458" actId="14100"/>
          <ac:graphicFrameMkLst>
            <pc:docMk/>
            <pc:sldMk cId="941982779" sldId="294"/>
            <ac:graphicFrameMk id="40" creationId="{30500BC3-A5C2-9585-D82D-3A04A0E67768}"/>
          </ac:graphicFrameMkLst>
        </pc:graphicFrameChg>
        <pc:graphicFrameChg chg="add mod">
          <ac:chgData name="Sohan Arun" userId="32dbc34a3c97686b" providerId="LiveId" clId="{1C2E2C04-A007-49E4-8E08-4633FE93F14C}" dt="2025-02-12T19:58:13.944" v="1461" actId="1076"/>
          <ac:graphicFrameMkLst>
            <pc:docMk/>
            <pc:sldMk cId="941982779" sldId="294"/>
            <ac:graphicFrameMk id="41" creationId="{0F415BA1-8161-FC53-BA45-5D9D8714ADD1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</a:t>
            </a:r>
            <a:r>
              <a:rPr lang="en-GB" dirty="0"/>
              <a:t>.,</a:t>
            </a:r>
            <a:r>
              <a:rPr lang="en-GB" dirty="0" err="1"/>
              <a:t>o.iyo.yi</a:t>
            </a:r>
            <a:r>
              <a:rPr lang="en-GB" dirty="0"/>
              <a:t>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27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E4E4-129C-CFF5-5E89-455F8229C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571" y="956914"/>
            <a:ext cx="10370078" cy="2299725"/>
          </a:xfrm>
        </p:spPr>
        <p:txBody>
          <a:bodyPr/>
          <a:lstStyle/>
          <a:p>
            <a:r>
              <a:rPr lang="en-GB" dirty="0"/>
              <a:t>Generalizing Remaining Useful Life Prediction of TURBOFAN Jet Engine via Transfer Learning &amp; Domain Adaptation</a:t>
            </a:r>
            <a:br>
              <a:rPr lang="en-GB" b="1" i="0" dirty="0">
                <a:solidFill>
                  <a:srgbClr val="202124"/>
                </a:solidFill>
                <a:effectLst/>
                <a:latin typeface="Inter"/>
              </a:rPr>
            </a:br>
            <a:endParaRPr lang="en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F5A62-EEAD-26BD-3115-D0C43D165698}"/>
              </a:ext>
            </a:extLst>
          </p:cNvPr>
          <p:cNvSpPr txBox="1"/>
          <p:nvPr/>
        </p:nvSpPr>
        <p:spPr>
          <a:xfrm>
            <a:off x="478970" y="5088285"/>
            <a:ext cx="301512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Sohan Arun</a:t>
            </a:r>
          </a:p>
          <a:p>
            <a:pPr>
              <a:spcAft>
                <a:spcPts val="600"/>
              </a:spcAft>
            </a:pPr>
            <a:r>
              <a:rPr lang="en-US" b="1" dirty="0"/>
              <a:t>Group 16</a:t>
            </a:r>
          </a:p>
        </p:txBody>
      </p:sp>
    </p:spTree>
    <p:extLst>
      <p:ext uri="{BB962C8B-B14F-4D97-AF65-F5344CB8AC3E}">
        <p14:creationId xmlns:p14="http://schemas.microsoft.com/office/powerpoint/2010/main" val="110609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659B-51A0-8F63-83A9-896024350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225" y="414351"/>
            <a:ext cx="6423307" cy="627218"/>
          </a:xfrm>
        </p:spPr>
        <p:txBody>
          <a:bodyPr/>
          <a:lstStyle/>
          <a:p>
            <a:r>
              <a:rPr lang="en-GB" dirty="0"/>
              <a:t>Context &amp; Motivation</a:t>
            </a:r>
            <a:endParaRPr lang="en-S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7EBF2-0780-9A16-E67D-CB28258F8732}"/>
              </a:ext>
            </a:extLst>
          </p:cNvPr>
          <p:cNvSpPr txBox="1"/>
          <p:nvPr/>
        </p:nvSpPr>
        <p:spPr>
          <a:xfrm>
            <a:off x="1596751" y="2274838"/>
            <a:ext cx="76884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In real-world aviation maintenance, predicting the Remaining Useful Life (RUL) of jet engines is crucial for preventing failures, reducing downtime, and optimizing maintenance schedules. 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However, traditional machine learning models trained on one dataset often fail to generalize across engines operating under different conditions. 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requires retraining separate models for each engine type, which is costly and inefficient.</a:t>
            </a:r>
            <a:endParaRPr lang="en-SE" sz="1600" cap="all" spc="150" dirty="0">
              <a:solidFill>
                <a:srgbClr val="202124"/>
              </a:solidFill>
              <a:latin typeface="Inter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14586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293" y="412374"/>
            <a:ext cx="11240665" cy="613994"/>
          </a:xfrm>
        </p:spPr>
        <p:txBody>
          <a:bodyPr/>
          <a:lstStyle/>
          <a:p>
            <a:r>
              <a:rPr lang="en-GB" sz="4000" dirty="0"/>
              <a:t>Problem Statement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9EE23-A8AE-B99A-FDFB-1DF69D624E9B}"/>
              </a:ext>
            </a:extLst>
          </p:cNvPr>
          <p:cNvSpPr txBox="1"/>
          <p:nvPr/>
        </p:nvSpPr>
        <p:spPr>
          <a:xfrm>
            <a:off x="1331394" y="2117576"/>
            <a:ext cx="95292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Existing RUL prediction models are often trained in single operating conditions and perform poorly when applied to engines with varied operational settings and failure modes.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lack of cross-domain adaptability leads to high retraining costs and reduced model reliability when deployed across multiple engine types.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project proposes a Transfer Learning-based RUL prediction model, leveraging a pre-trained model and fine-tuning it for different engine types.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study will also explore domain adaptation techniques such as Batch Normalization and Domain-Adversarial Neural Networks (DANN) to improve model generalization across datasets.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5C8C-4B0E-3E16-4F48-FD74D335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861" y="312971"/>
            <a:ext cx="5655197" cy="540874"/>
          </a:xfrm>
        </p:spPr>
        <p:txBody>
          <a:bodyPr/>
          <a:lstStyle/>
          <a:p>
            <a:r>
              <a:rPr lang="en-GB" sz="3200" dirty="0"/>
              <a:t>Dataset</a:t>
            </a:r>
            <a:endParaRPr lang="en-SE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A1685-7D8B-C1F7-7A71-0B0AFA6D2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2366" y="1833204"/>
            <a:ext cx="5733773" cy="3530704"/>
          </a:xfrm>
        </p:spPr>
        <p:txBody>
          <a:bodyPr>
            <a:noAutofit/>
          </a:bodyPr>
          <a:lstStyle/>
          <a:p>
            <a:pPr lvl="1"/>
            <a:endParaRPr lang="en-GB" sz="1600" dirty="0"/>
          </a:p>
          <a:p>
            <a:endParaRPr lang="en-SE" dirty="0"/>
          </a:p>
          <a:p>
            <a:endParaRPr lang="en-GB" sz="1600" dirty="0"/>
          </a:p>
          <a:p>
            <a:endParaRPr lang="en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9DED1-E81C-4F4B-E398-23B506429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C203F-8529-508E-2C5A-A4DAD40EF2BC}"/>
              </a:ext>
            </a:extLst>
          </p:cNvPr>
          <p:cNvSpPr txBox="1"/>
          <p:nvPr/>
        </p:nvSpPr>
        <p:spPr>
          <a:xfrm>
            <a:off x="1980191" y="1435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1ADAFA-0C98-1339-6C47-339DCABF66A8}"/>
              </a:ext>
            </a:extLst>
          </p:cNvPr>
          <p:cNvSpPr txBox="1"/>
          <p:nvPr/>
        </p:nvSpPr>
        <p:spPr>
          <a:xfrm>
            <a:off x="365861" y="1391495"/>
            <a:ext cx="110792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SE" sz="1600" dirty="0"/>
              <a:t>📌</a:t>
            </a:r>
            <a:r>
              <a:rPr lang="en-GB" sz="1600" dirty="0"/>
              <a:t> NASA Turbofan Engine Degradation Dataset (CMAPSS)</a:t>
            </a:r>
          </a:p>
          <a:p>
            <a:pPr marL="0" indent="0">
              <a:buNone/>
            </a:pPr>
            <a:endParaRPr lang="en-GB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contains four sub-datasets (FD001-FD004).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Each dataset represents different operational conditions and failure modes of jet engines. Multiple Operating Conditions containing different loads, altitudes, flight conditions impact wear.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Each training dataset consists of </a:t>
            </a:r>
            <a:r>
              <a:rPr lang="en-GB" sz="1600" b="1" dirty="0"/>
              <a:t>time-series sensor readings</a:t>
            </a:r>
            <a:r>
              <a:rPr lang="en-GB" sz="1600" dirty="0"/>
              <a:t> from multiple jet engines, where </a:t>
            </a:r>
            <a:r>
              <a:rPr lang="en-GB" sz="1600" b="1" dirty="0"/>
              <a:t>each engine runs until failure</a:t>
            </a:r>
            <a:r>
              <a:rPr lang="en-GB" sz="1600" dirty="0"/>
              <a:t> (full lifecycle).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Each engine has a different lifespan, recorded until failure.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E" sz="1600" dirty="0"/>
              <a:t>26 </a:t>
            </a:r>
            <a:r>
              <a:rPr lang="en-GB" sz="1600" dirty="0"/>
              <a:t>sensor measurements (temperature, pressure, fan speed, etc.).</a:t>
            </a:r>
          </a:p>
          <a:p>
            <a:pPr lvl="1"/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35188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827CD-2CC4-D160-392D-89AB0F74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98D8-3738-8487-29AE-B03B1D51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861" y="312971"/>
            <a:ext cx="5655197" cy="540874"/>
          </a:xfrm>
        </p:spPr>
        <p:txBody>
          <a:bodyPr/>
          <a:lstStyle/>
          <a:p>
            <a:r>
              <a:rPr lang="en-GB" sz="3200" dirty="0"/>
              <a:t>Dataset</a:t>
            </a:r>
            <a:endParaRPr lang="en-SE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9AA40-63F5-6289-EE5C-16E14D5D5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2366" y="1833204"/>
            <a:ext cx="5733773" cy="3530704"/>
          </a:xfrm>
        </p:spPr>
        <p:txBody>
          <a:bodyPr>
            <a:noAutofit/>
          </a:bodyPr>
          <a:lstStyle/>
          <a:p>
            <a:pPr lvl="1"/>
            <a:endParaRPr lang="en-GB" sz="1600" dirty="0"/>
          </a:p>
          <a:p>
            <a:endParaRPr lang="en-SE" dirty="0"/>
          </a:p>
          <a:p>
            <a:endParaRPr lang="en-GB" sz="1600" dirty="0"/>
          </a:p>
          <a:p>
            <a:endParaRPr lang="en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C2DBB-C11B-E756-6AD7-EEAD7C7D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AEAACB-B7A9-DD57-A375-7175280E612B}"/>
              </a:ext>
            </a:extLst>
          </p:cNvPr>
          <p:cNvSpPr txBox="1"/>
          <p:nvPr/>
        </p:nvSpPr>
        <p:spPr>
          <a:xfrm>
            <a:off x="1980191" y="1435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2CCD2F-DC07-6104-528C-408E59541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080165"/>
              </p:ext>
            </p:extLst>
          </p:nvPr>
        </p:nvGraphicFramePr>
        <p:xfrm>
          <a:off x="650292" y="974956"/>
          <a:ext cx="5035944" cy="5381384"/>
        </p:xfrm>
        <a:graphic>
          <a:graphicData uri="http://schemas.openxmlformats.org/drawingml/2006/table">
            <a:tbl>
              <a:tblPr/>
              <a:tblGrid>
                <a:gridCol w="2517972">
                  <a:extLst>
                    <a:ext uri="{9D8B030D-6E8A-4147-A177-3AD203B41FA5}">
                      <a16:colId xmlns:a16="http://schemas.microsoft.com/office/drawing/2014/main" val="1923035674"/>
                    </a:ext>
                  </a:extLst>
                </a:gridCol>
                <a:gridCol w="2517972">
                  <a:extLst>
                    <a:ext uri="{9D8B030D-6E8A-4147-A177-3AD203B41FA5}">
                      <a16:colId xmlns:a16="http://schemas.microsoft.com/office/drawing/2014/main" val="1030772953"/>
                    </a:ext>
                  </a:extLst>
                </a:gridCol>
              </a:tblGrid>
              <a:tr h="602667">
                <a:tc>
                  <a:txBody>
                    <a:bodyPr/>
                    <a:lstStyle/>
                    <a:p>
                      <a:r>
                        <a:rPr lang="en-GB" sz="700" b="1" dirty="0"/>
                        <a:t>Column Name</a:t>
                      </a:r>
                      <a:endParaRPr lang="en-GB" sz="7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b="1"/>
                        <a:t>Description</a:t>
                      </a:r>
                      <a:endParaRPr lang="en-GB" sz="7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71951"/>
                  </a:ext>
                </a:extLst>
              </a:tr>
              <a:tr h="301361">
                <a:tc>
                  <a:txBody>
                    <a:bodyPr/>
                    <a:lstStyle/>
                    <a:p>
                      <a:r>
                        <a:rPr lang="en-GB" sz="700" dirty="0"/>
                        <a:t>unit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Unique engine ID (each row belongs to a specific engine)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135537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 dirty="0"/>
                        <a:t>cycle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Operational cycle (time step)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4851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 dirty="0"/>
                        <a:t>op_1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Operational setting 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510577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 dirty="0"/>
                        <a:t>op_2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Operational setting 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667905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 dirty="0"/>
                        <a:t>op_3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Operational setting 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75555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Fan inlet temperature (T2)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360484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 dirty="0"/>
                        <a:t>sensor_2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Low-pressure compressor exit temperature (T24)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779408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High-pressure compressor exit temperature (T30)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426042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sensor_4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Fan speed (</a:t>
                      </a:r>
                      <a:r>
                        <a:rPr lang="en-GB" sz="700" dirty="0" err="1"/>
                        <a:t>Nf</a:t>
                      </a:r>
                      <a:r>
                        <a:rPr lang="en-GB" sz="700" dirty="0"/>
                        <a:t>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019461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sensor_5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Core speed (Nc)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094334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sensor_6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Physical fan speed ratio (Ps30)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03244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sensor_7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Static pressure at HPC outlet (P50)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385348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sensor_8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Total temperature at HPC outlet (T50)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57410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sensor_9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Physical core speed ratio (P15)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967462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Bypass Ratio (P2)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589886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Bleed Enthalpy (</a:t>
                      </a:r>
                      <a:r>
                        <a:rPr lang="en-GB" sz="700" dirty="0" err="1"/>
                        <a:t>Pexh</a:t>
                      </a:r>
                      <a:r>
                        <a:rPr lang="en-GB" sz="700" dirty="0"/>
                        <a:t>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01337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Static pressure at fan inlet (P18)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289096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Static pressure at LPC outlet (P19)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297944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sensor_14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Physical fan speed ratio (T3)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738421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sensor_15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Total temperature at LPT outlet (T8)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814504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sensor_16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Total pressure at HPC inlet (P0)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280128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sensor_17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HPC bleed air flow (BPR)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290414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sensor_18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Low-pressure turbine cooling flow (WF37)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9626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sensor_19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/>
                        <a:t>High-pressure turbine cooling flow (WF38)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137162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sensor_20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Fuel flow ratio (WF40)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335274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/>
                        <a:t>sensor_21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dirty="0"/>
                        <a:t>Physical fan speed ratio (Ts)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41834"/>
                  </a:ext>
                </a:extLst>
              </a:tr>
              <a:tr h="172206">
                <a:tc>
                  <a:txBody>
                    <a:bodyPr/>
                    <a:lstStyle/>
                    <a:p>
                      <a:r>
                        <a:rPr lang="en-GB" sz="700" b="1"/>
                        <a:t>Target (to be derived)</a:t>
                      </a:r>
                      <a:endParaRPr lang="en-GB" sz="7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b="1" dirty="0"/>
                        <a:t>Remaining Useful Life (RUL)</a:t>
                      </a:r>
                      <a:endParaRPr lang="en-GB" sz="7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29034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095277E-5AC0-D02A-A00E-46B6109B6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335729"/>
              </p:ext>
            </p:extLst>
          </p:nvPr>
        </p:nvGraphicFramePr>
        <p:xfrm>
          <a:off x="6552594" y="3331233"/>
          <a:ext cx="4721499" cy="2175450"/>
        </p:xfrm>
        <a:graphic>
          <a:graphicData uri="http://schemas.openxmlformats.org/drawingml/2006/table">
            <a:tbl>
              <a:tblPr/>
              <a:tblGrid>
                <a:gridCol w="1573833">
                  <a:extLst>
                    <a:ext uri="{9D8B030D-6E8A-4147-A177-3AD203B41FA5}">
                      <a16:colId xmlns:a16="http://schemas.microsoft.com/office/drawing/2014/main" val="59393698"/>
                    </a:ext>
                  </a:extLst>
                </a:gridCol>
                <a:gridCol w="1573833">
                  <a:extLst>
                    <a:ext uri="{9D8B030D-6E8A-4147-A177-3AD203B41FA5}">
                      <a16:colId xmlns:a16="http://schemas.microsoft.com/office/drawing/2014/main" val="164899406"/>
                    </a:ext>
                  </a:extLst>
                </a:gridCol>
                <a:gridCol w="1573833">
                  <a:extLst>
                    <a:ext uri="{9D8B030D-6E8A-4147-A177-3AD203B41FA5}">
                      <a16:colId xmlns:a16="http://schemas.microsoft.com/office/drawing/2014/main" val="2457212662"/>
                    </a:ext>
                  </a:extLst>
                </a:gridCol>
              </a:tblGrid>
              <a:tr h="435090"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Operating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Fault Modes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827216"/>
                  </a:ext>
                </a:extLst>
              </a:tr>
              <a:tr h="435090"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train_FD001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fault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123624"/>
                  </a:ext>
                </a:extLst>
              </a:tr>
              <a:tr h="435090">
                <a:tc>
                  <a:txBody>
                    <a:bodyPr/>
                    <a:lstStyle/>
                    <a:p>
                      <a:r>
                        <a:rPr lang="en-GB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train_FD002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Multiple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fault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044105"/>
                  </a:ext>
                </a:extLst>
              </a:tr>
              <a:tr h="435090">
                <a:tc>
                  <a:txBody>
                    <a:bodyPr/>
                    <a:lstStyle/>
                    <a:p>
                      <a:r>
                        <a:rPr lang="en-GB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train_FD003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Multiple fault modes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63261"/>
                  </a:ext>
                </a:extLst>
              </a:tr>
              <a:tr h="435090"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train_FD004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Multiple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Multiple fault modes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867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98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D36A-8AE1-B34A-A514-B1C3AF1A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03" y="379469"/>
            <a:ext cx="5655197" cy="583264"/>
          </a:xfrm>
        </p:spPr>
        <p:txBody>
          <a:bodyPr/>
          <a:lstStyle/>
          <a:p>
            <a:r>
              <a:rPr lang="en-GB" sz="3200" dirty="0"/>
              <a:t>potential solution</a:t>
            </a:r>
            <a:endParaRPr lang="en-SE" sz="3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6AF60-788C-4642-C67B-8C22A4FF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86F23-422A-9A34-9309-3A98E4DD38B0}"/>
              </a:ext>
            </a:extLst>
          </p:cNvPr>
          <p:cNvSpPr txBox="1"/>
          <p:nvPr/>
        </p:nvSpPr>
        <p:spPr>
          <a:xfrm>
            <a:off x="1035513" y="2167915"/>
            <a:ext cx="96587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Train a Baseline LSTM Model on FD001 to gather performance and compare with other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Test the Trained Model on FD002-FD004 (Without Adaptation)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Fine-tune the FD001-trained model on FD002-FD004 using transfer learning without full retraining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Use Batch Normalization and Domain-Adversarial Neural Networks (Domain Adaptation techniques) to bridge the gap between FD001 and FD002-FD004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SE" altLang="en-SE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77340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15BB-ACCF-4249-D9B3-799CA917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8" y="380631"/>
            <a:ext cx="5655197" cy="492429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evaluation process</a:t>
            </a:r>
            <a:endParaRPr lang="en-SE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99D7A-9EA5-1567-F166-D06CB64A6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2519" y="2524380"/>
            <a:ext cx="5733773" cy="3032733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GB" sz="1600" b="1" dirty="0"/>
              <a:t>Metrics</a:t>
            </a:r>
          </a:p>
          <a:p>
            <a:pPr lvl="2"/>
            <a:r>
              <a:rPr lang="en-GB" sz="1600" dirty="0"/>
              <a:t>RMSE (Root Mean Squared Error)</a:t>
            </a:r>
          </a:p>
          <a:p>
            <a:pPr lvl="2"/>
            <a:r>
              <a:rPr lang="en-GB" sz="1600" dirty="0"/>
              <a:t>MAE (Mean Absolute Error)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26A08-0AB1-C4AF-498C-97E86770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57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B588F-4B2A-4E0A-631D-302FACBB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972" y="3167370"/>
            <a:ext cx="2224055" cy="523260"/>
          </a:xfrm>
        </p:spPr>
        <p:txBody>
          <a:bodyPr/>
          <a:lstStyle/>
          <a:p>
            <a:r>
              <a:rPr lang="en-GB" dirty="0"/>
              <a:t>THANK YOU</a:t>
            </a:r>
            <a:endParaRPr lang="en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D784E-93AE-CBA5-F137-40CB0A75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09163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{8558A276-DFB9-4B6C-9993-110FC45784CC}tf67328976_win32</Template>
  <TotalTime>995</TotalTime>
  <Words>667</Words>
  <Application>Microsoft Office PowerPoint</Application>
  <PresentationFormat>Widescreen</PresentationFormat>
  <Paragraphs>123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Inter</vt:lpstr>
      <vt:lpstr>Tenorite</vt:lpstr>
      <vt:lpstr>Custom</vt:lpstr>
      <vt:lpstr>Generalizing Remaining Useful Life Prediction of TURBOFAN Jet Engine via Transfer Learning &amp; Domain Adaptation </vt:lpstr>
      <vt:lpstr>Context &amp; Motivation</vt:lpstr>
      <vt:lpstr>Problem Statement</vt:lpstr>
      <vt:lpstr>Dataset</vt:lpstr>
      <vt:lpstr>Dataset</vt:lpstr>
      <vt:lpstr>potential solution</vt:lpstr>
      <vt:lpstr>evaluation process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Sohan Arun</dc:creator>
  <cp:lastModifiedBy>Sohan Arun</cp:lastModifiedBy>
  <cp:revision>1</cp:revision>
  <dcterms:created xsi:type="dcterms:W3CDTF">2025-02-10T10:57:24Z</dcterms:created>
  <dcterms:modified xsi:type="dcterms:W3CDTF">2025-02-12T20:27:37Z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